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5C26"/>
                </a:solidFill>
                <a:latin typeface="Calibri"/>
              </a:rPr>
              <a:t>How we create behaviors in Gen Z students for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Closer: Time is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2D6"/>
                </a:solidFill>
                <a:latin typeface="Calibri"/>
              </a:rPr>
              <a:t>Their time is already sacred — they won't waste it on a video that's too long.
We show them that time converts to money, and money converts back into days
toward what they actually want.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60520"/>
            <a:ext cx="3429000" cy="1691640"/>
          </a:xfrm>
          <a:prstGeom prst="roundRect">
            <a:avLst/>
          </a:prstGeom>
          <a:solidFill>
            <a:srgbClr val="24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Catch them
where they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029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2D6"/>
                </a:solidFill>
                <a:latin typeface="Calibri"/>
              </a:rPr>
              <a:t>In the red. Mid-scroll.
Five impulse buys deep.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160520"/>
            <a:ext cx="3429000" cy="1691640"/>
          </a:xfrm>
          <a:prstGeom prst="roundRect">
            <a:avLst/>
          </a:prstGeom>
          <a:solidFill>
            <a:srgbClr val="24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2976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Tough love
that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5029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2D6"/>
                </a:solidFill>
                <a:latin typeface="Calibri"/>
              </a:rPr>
              <a:t>Gen Z can hear the truth —
if AI shows the way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160520"/>
            <a:ext cx="3429000" cy="1691640"/>
          </a:xfrm>
          <a:prstGeom prst="roundRect">
            <a:avLst/>
          </a:prstGeom>
          <a:solidFill>
            <a:srgbClr val="24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42976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Practice &gt;
pamphlets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50292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2D6"/>
                </a:solidFill>
                <a:latin typeface="Calibri"/>
              </a:rPr>
              <a:t>Literacy sticks when they
rehearse the tradeoff.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Closer: Time is Money  ·  Trellis SFWS Fall 2024 · Trellis stop-out research · Sallie Mae / Ipsos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C26"/>
                </a:solidFill>
                <a:latin typeface="Calibri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F24"/>
                </a:solidFill>
                <a:latin typeface="Georgia"/>
              </a:rPr>
              <a:t>Students aren't "bad with money." They're operating under scarcity.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6F6A"/>
                </a:solidFill>
                <a:latin typeface="Georgia"/>
              </a:rPr>
              <a:t>71%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faced financial
challenges while enrolled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417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6F6A"/>
                </a:solidFill>
                <a:latin typeface="Georgia"/>
              </a:rPr>
              <a:t>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01168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ran out of money
at least once in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417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6F6A"/>
                </a:solidFill>
                <a:latin typeface="Georgia"/>
              </a:rPr>
              <a:t>56%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01168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couldn't access $500
for an unexpected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417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6F6A"/>
                </a:solidFill>
                <a:latin typeface="Georgia"/>
              </a:rPr>
              <a:t>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1168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of those stressed can't
concentrate on schoolwork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1417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6F6A"/>
                </a:solidFill>
                <a:latin typeface="Georgia"/>
              </a:rPr>
              <a:t>41%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01168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of stop-outs cited
finances as a factor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54680"/>
            <a:ext cx="11155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4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832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26"/>
                </a:solidFill>
                <a:latin typeface="Calibri"/>
              </a:rPr>
              <a:t>Why this matters for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754"/>
                </a:solidFill>
                <a:latin typeface="Calibri"/>
              </a:rPr>
              <a:t>Scarcity already taxes attention. Families spent ~$28,400 on college last year (Sallie Mae / Ipsos) — and students are still left alone with day-to-day tradeoffs no aid letter explains.
If we want Gen Z to succeed as depositors, borrowers, and lifelong customers, we have to meet them inside that stress — not hand them another rear-view pie chart after the damage is done.
This is the water they're swimming in. Closer starts there.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Closer: Time is Money  ·  TIAA Institute / GFLEC P-Fin Index 2024 · Gen Z attention &amp; social-finance 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C26"/>
                </a:solidFill>
                <a:latin typeface="Calibri"/>
              </a:rPr>
              <a:t>COMPLICATION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F24"/>
                </a:solidFill>
                <a:latin typeface="Georgia"/>
              </a:rPr>
              <a:t>They already value time. Nobody taught them money is time in disguise.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09728" cy="11887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24"/>
                </a:solidFill>
                <a:latin typeface="Georgia"/>
              </a:rPr>
              <a:t>The bank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754"/>
                </a:solidFill>
                <a:latin typeface="Calibri"/>
              </a:rPr>
              <a:t>No other bank is doing this for their clients. Students get pie charts and infographics — a map of the past. Nobody tells them how to get to what they actually want.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109728" cy="1188720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24"/>
                </a:solidFill>
                <a:latin typeface="Georgia"/>
              </a:rPr>
              <a:t>The Gen Z paradox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754"/>
                </a:solidFill>
                <a:latin typeface="Calibri"/>
              </a:rPr>
              <a:t>Short attention spans. Lazy spending habits. Roughly five frivolous purchases a week they already know are frivolous. They'll abandon a video that's too long — yet they won't translate that same instinct to a $14 delivery.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51960"/>
            <a:ext cx="109728" cy="1188720"/>
          </a:xfrm>
          <a:prstGeom prst="rect">
            <a:avLst/>
          </a:prstGeom>
          <a:solidFill>
            <a:srgbClr val="A3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24"/>
                </a:solidFill>
                <a:latin typeface="Georgia"/>
              </a:rPr>
              <a:t>The literacy hole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754"/>
                </a:solidFill>
                <a:latin typeface="Calibri"/>
              </a:rPr>
              <a:t>Gen Z correctly answered only 37% of P-Fin Index questions in 2024 — lowest of any generation (TIAA / GFLEC). 39% show very low literacy. Pamphlets won't close that. Practice might.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Closer: Time is Money  ·  What happens if nothing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C26"/>
                </a:solidFill>
                <a:latin typeface="Calibri"/>
              </a:rPr>
              <a:t>IMPLICATION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F24"/>
                </a:solidFill>
                <a:latin typeface="Georgia"/>
              </a:rPr>
              <a:t>If we keep teaching with charts, we keep failing at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532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F24"/>
                </a:solidFill>
                <a:latin typeface="Georgia"/>
              </a:rPr>
              <a:t>Literacy without practice 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754"/>
                </a:solidFill>
                <a:latin typeface="Calibri"/>
              </a:rPr>
              <a:t>Low P-Fin scores aren't fixed by another PDF. Gen Z learns by doing — preferably with something that feels like a game, not a lecture.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17320"/>
            <a:ext cx="5532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69164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F24"/>
                </a:solidFill>
                <a:latin typeface="Georgia"/>
              </a:rPr>
              <a:t>Delayed gratification looks alien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9456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754"/>
                </a:solidFill>
                <a:latin typeface="Calibri"/>
              </a:rPr>
              <a:t>Short-form culture trains for now. Without a tool that makes "later" vivid and fair, lazy spending wins by default.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5532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3192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F24"/>
                </a:solidFill>
                <a:latin typeface="Georgia"/>
              </a:rPr>
              <a:t>Tough love actually works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484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754"/>
                </a:solidFill>
                <a:latin typeface="Calibri"/>
              </a:rPr>
              <a:t>Unlike some previous generations, Gen Z is okay being told they're in the red — especially when fun, accessible AI balances the books and illustrates the tradeoff.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657600"/>
            <a:ext cx="5532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393192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F24"/>
                </a:solidFill>
                <a:latin typeface="Georgia"/>
              </a:rPr>
              <a:t>Banks lose the relationship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443484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754"/>
                </a:solidFill>
                <a:latin typeface="Calibri"/>
              </a:rPr>
              <a:t>Whoever helps a student reach the holiday beach trip three weeks earlier earns loyalty money apps never will.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46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Closer: Time is Money  ·  Product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5C26"/>
                </a:solidFill>
                <a:latin typeface="Calibr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F24"/>
                </a:solidFill>
                <a:latin typeface="Georgia"/>
              </a:rPr>
              <a:t>Closer — banking, AI-invigorated, for the next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754"/>
                </a:solidFill>
                <a:latin typeface="Calibri"/>
              </a:rPr>
              <a:t>Catch them where they are. Speak time. Rehearse the tradeoff until wise spending feels obvious.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5486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4C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3B2B"/>
                </a:solidFill>
                <a:latin typeface="Calibri"/>
              </a:rPr>
              <a:t>Without Closer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754"/>
                </a:solidFill>
                <a:latin typeface="Calibri"/>
              </a:rPr>
              <a:t>"I spent $14 on delivery."
Forgotten by Thursday.
The holiday beach trip still feels far away. No link between the scroll-impulse and the poster on the wall.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486400" cy="2286000"/>
          </a:xfrm>
          <a:prstGeom prst="roundRect">
            <a:avLst/>
          </a:prstGeom>
          <a:solidFill>
            <a:srgbClr val="1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2D6"/>
                </a:solidFill>
                <a:latin typeface="Calibri"/>
              </a:rPr>
              <a:t>With Closer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"Skip delivery tonight → 2 days closer to the beach."
Translate the time cost of those five frivolous buys into speed toward real desire — and watch how fast they start spending wisely.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Georgia"/>
              </a:rPr>
              <a:t>Time as 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Every choice in days gained or lost — the unit Gen Z already understands.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Georgia"/>
              </a:rPr>
              <a:t>Honest red +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7091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Tell them the books are broken. Then surface bridges, shifts, and goal tradeoffs.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Georgia"/>
              </a:rPr>
              <a:t>Negotiable 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091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Push a date. Pause Coachella. Right-size a target. Approve the tradeoff — or don't.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6F6A"/>
                </a:solidFill>
                <a:latin typeface="Georgia"/>
              </a:rPr>
              <a:t>Literacy by doing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7091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754"/>
                </a:solidFill>
                <a:latin typeface="Calibri"/>
              </a:rPr>
              <a:t>The gym for delayed gratification. Practice, not another 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No other bank tells users
how to get what they actually want.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Georgia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2D6"/>
                </a:solidFill>
                <a:latin typeface="Calibri"/>
              </a:rPr>
              <a:t>Pie charts explain the past. Closer creates the behaviors that make Gen Z successful — by converting time they already protect into money they finally understand.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Georgia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747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2D6"/>
                </a:solidFill>
                <a:latin typeface="Calibri"/>
              </a:rPr>
              <a:t>Tough love is allowed. Fun AI makes it land. We catch students in the red and give them a way out they can feel.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Georgia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343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2D6"/>
                </a:solidFill>
                <a:latin typeface="Calibri"/>
              </a:rPr>
              <a:t>Teach financial literacy to an under-taught generation through practice — delayed gratification as a game they can win.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380"/>
                </a:solidFill>
                <a:latin typeface="Calibri"/>
              </a:rPr>
              <a:t>Closer: Time is Money  —  banking, AI-invigorated, for the next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